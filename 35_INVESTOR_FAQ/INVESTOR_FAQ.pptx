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286000"/>
            <a:ext cx="10972800" cy="1828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4000" b="1">
                <a:solidFill>
                  <a:srgbClr val="1A1A2E"/>
                </a:solidFill>
              </a:rPr>
              <a:t>Investor Faq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4114800"/>
            <a:ext cx="109728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Anticloud FZ LLE | PAX L5 Narrow L2 General 27B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Company: Anticloud FZ LLE</a:t>
            </a:r>
          </a:p>
          <a:p>
            <a:r>
              <a:rPr sz="1400"/>
              <a:t>Model: PAX L5 Narrow L2 General 27B</a:t>
            </a:r>
          </a:p>
          <a:p>
            <a:r>
              <a:rPr sz="1400"/>
              <a:t>Project: BITSANDBYTES | Category: CHIP_QUANTIZATION</a:t>
            </a:r>
          </a:p>
          <a:p>
            <a:r>
              <a:rPr sz="1400"/>
              <a:t>Upstream: https://github.com/TimDettmers/bitsandbytes (MIT)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Overview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This document covers investor faq for the Anticloud integration of BITSANDBYTES.</a:t>
            </a:r>
          </a:p>
          <a:p>
            <a:r>
              <a:rPr sz="1400"/>
              <a:t>8-bit quantization and optimizers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Anticloud Integration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PAX L5 Narrow L2 General 27B is integrated into BITSANDBYTES to provide:</a:t>
            </a:r>
          </a:p>
          <a:p>
            <a:r>
              <a:rPr sz="1400"/>
              <a:t>- Local AI inference with zero cloud dependency</a:t>
            </a:r>
          </a:p>
          <a:p>
            <a:r>
              <a:rPr sz="1400"/>
              <a:t>- AIOSS tamper-evident audit chain</a:t>
            </a:r>
          </a:p>
          <a:p>
            <a:r>
              <a:rPr sz="1400"/>
              <a:t>- AES-256 encryption at rest</a:t>
            </a:r>
          </a:p>
          <a:p>
            <a:r>
              <a:rPr sz="1400"/>
              <a:t>- Single-binary deployment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457200" y="274320"/>
            <a:ext cx="1097280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400" b="1"/>
              <a:t>Contact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097280"/>
            <a:ext cx="10972800" cy="5486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400"/>
              <a:t>Lois-Kleinner Alpasan — CEO &amp; CTO, Anticloud FZ LLE</a:t>
            </a:r>
          </a:p>
          <a:p>
            <a:r>
              <a:rPr sz="1400"/>
              <a:t>lois@0-1.gg | 0-1.gg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